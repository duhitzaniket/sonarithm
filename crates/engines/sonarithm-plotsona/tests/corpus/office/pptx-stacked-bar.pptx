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Rain by month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99.2</c:v>
                </c:pt>
                <c:pt idx="1">
                  <c:v>94.9</c:v>
                </c:pt>
                <c:pt idx="2">
                  <c:v>80.4</c:v>
                </c:pt>
                <c:pt idx="3">
                  <c:v>71.8</c:v>
                </c:pt>
                <c:pt idx="4">
                  <c:v>57.9</c:v>
                </c:pt>
                <c:pt idx="5">
                  <c:v>56.6</c:v>
                </c:pt>
                <c:pt idx="6">
                  <c:v>63.1</c:v>
                </c:pt>
                <c:pt idx="7">
                  <c:v>66.4</c:v>
                </c:pt>
                <c:pt idx="8">
                  <c:v>81.3</c:v>
                </c:pt>
                <c:pt idx="9">
                  <c:v>87.9</c:v>
                </c:pt>
                <c:pt idx="10">
                  <c:v>98.8</c:v>
                </c:pt>
                <c:pt idx="11">
                  <c:v>100.9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49.2</c:v>
                </c:pt>
                <c:pt idx="1">
                  <c:v>64.2</c:v>
                </c:pt>
                <c:pt idx="2">
                  <c:v>60.9</c:v>
                </c:pt>
                <c:pt idx="3">
                  <c:v>65.0</c:v>
                </c:pt>
                <c:pt idx="4">
                  <c:v>53.0</c:v>
                </c:pt>
                <c:pt idx="5">
                  <c:v>44.7</c:v>
                </c:pt>
                <c:pt idx="6">
                  <c:v>27.4</c:v>
                </c:pt>
                <c:pt idx="7">
                  <c:v>15.4</c:v>
                </c:pt>
                <c:pt idx="8">
                  <c:v>10.2</c:v>
                </c:pt>
                <c:pt idx="9">
                  <c:v>17.4</c:v>
                </c:pt>
                <c:pt idx="10">
                  <c:v>32.3</c:v>
                </c:pt>
                <c:pt idx="11">
                  <c:v>37.1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38.8</c:v>
                </c:pt>
                <c:pt idx="1">
                  <c:v>45.4</c:v>
                </c:pt>
                <c:pt idx="2">
                  <c:v>58.0</c:v>
                </c:pt>
                <c:pt idx="3">
                  <c:v>67.5</c:v>
                </c:pt>
                <c:pt idx="4">
                  <c:v>77.6</c:v>
                </c:pt>
                <c:pt idx="5">
                  <c:v>83.8</c:v>
                </c:pt>
                <c:pt idx="6">
                  <c:v>79.3</c:v>
                </c:pt>
                <c:pt idx="7">
                  <c:v>74.8</c:v>
                </c:pt>
                <c:pt idx="8">
                  <c:v>57.8</c:v>
                </c:pt>
                <c:pt idx="9">
                  <c:v>51.2</c:v>
                </c:pt>
                <c:pt idx="10">
                  <c:v>40.4</c:v>
                </c:pt>
                <c:pt idx="11">
                  <c:v>34.6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Month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Rain (mm)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2026-10-26T00:00:00Z</dcterms:created>
  <dcterms:modified xsi:type="dcterms:W3CDTF">2026-10-26T00:00:00Z</dcterms:modified>
  <cp:category/>
</cp:coreProperties>
</file>