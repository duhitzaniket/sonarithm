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Rain, first quarter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North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99.2</c:v>
                </c:pt>
                <c:pt idx="1">
                  <c:v>94.9</c:v>
                </c:pt>
                <c:pt idx="2">
                  <c:v>80.4</c:v>
                </c:pt>
                <c:pt idx="3">
                  <c:v>71.8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South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49.2</c:v>
                </c:pt>
                <c:pt idx="1">
                  <c:v>64.2</c:v>
                </c:pt>
                <c:pt idx="2">
                  <c:v>60.9</c:v>
                </c:pt>
                <c:pt idx="3">
                  <c:v>65.0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East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38.8</c:v>
                </c:pt>
                <c:pt idx="1">
                  <c:v>45.4</c:v>
                </c:pt>
                <c:pt idx="2">
                  <c:v>58.0</c:v>
                </c:pt>
                <c:pt idx="3">
                  <c:v>67.5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Month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t>Rain (mm)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914400" y="91440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2026-10-26T00:00:00Z</dcterms:created>
  <dcterms:modified xsi:type="dcterms:W3CDTF">2026-10-26T00:00:00Z</dcterms:modified>
  <cp:category/>
</cp:coreProperties>
</file>