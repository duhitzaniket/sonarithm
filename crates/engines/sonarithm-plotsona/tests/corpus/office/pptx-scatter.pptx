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Daily temperature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Temperature</c:v>
                </c:pt>
              </c:strCache>
            </c:strRef>
          </c:tx>
          <c:spPr>
            <a:ln w="47625">
              <a:noFill/>
            </a:ln>
          </c:spPr>
          <c:xVal>
            <c:numRef>
              <c:f>Sheet1!$A$2:$A$61</c:f>
              <c:numCache>
                <c:formatCode>General</c:formatCode>
                <c:ptCount val="60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  <c:pt idx="17">
                  <c:v>17.0</c:v>
                </c:pt>
                <c:pt idx="18">
                  <c:v>18.0</c:v>
                </c:pt>
                <c:pt idx="19">
                  <c:v>19.0</c:v>
                </c:pt>
                <c:pt idx="20">
                  <c:v>20.0</c:v>
                </c:pt>
                <c:pt idx="21">
                  <c:v>21.0</c:v>
                </c:pt>
                <c:pt idx="22">
                  <c:v>22.0</c:v>
                </c:pt>
                <c:pt idx="23">
                  <c:v>23.0</c:v>
                </c:pt>
                <c:pt idx="24">
                  <c:v>24.0</c:v>
                </c:pt>
                <c:pt idx="25">
                  <c:v>25.0</c:v>
                </c:pt>
                <c:pt idx="26">
                  <c:v>26.0</c:v>
                </c:pt>
                <c:pt idx="27">
                  <c:v>27.0</c:v>
                </c:pt>
                <c:pt idx="28">
                  <c:v>28.0</c:v>
                </c:pt>
                <c:pt idx="29">
                  <c:v>29.0</c:v>
                </c:pt>
                <c:pt idx="30">
                  <c:v>30.0</c:v>
                </c:pt>
                <c:pt idx="31">
                  <c:v>31.0</c:v>
                </c:pt>
                <c:pt idx="32">
                  <c:v>32.0</c:v>
                </c:pt>
                <c:pt idx="33">
                  <c:v>33.0</c:v>
                </c:pt>
                <c:pt idx="34">
                  <c:v>34.0</c:v>
                </c:pt>
                <c:pt idx="35">
                  <c:v>35.0</c:v>
                </c:pt>
                <c:pt idx="36">
                  <c:v>36.0</c:v>
                </c:pt>
                <c:pt idx="37">
                  <c:v>37.0</c:v>
                </c:pt>
                <c:pt idx="38">
                  <c:v>38.0</c:v>
                </c:pt>
                <c:pt idx="39">
                  <c:v>39.0</c:v>
                </c:pt>
                <c:pt idx="40">
                  <c:v>40.0</c:v>
                </c:pt>
                <c:pt idx="41">
                  <c:v>41.0</c:v>
                </c:pt>
                <c:pt idx="42">
                  <c:v>42.0</c:v>
                </c:pt>
                <c:pt idx="43">
                  <c:v>43.0</c:v>
                </c:pt>
                <c:pt idx="44">
                  <c:v>44.0</c:v>
                </c:pt>
                <c:pt idx="45">
                  <c:v>45.0</c:v>
                </c:pt>
                <c:pt idx="46">
                  <c:v>46.0</c:v>
                </c:pt>
                <c:pt idx="47">
                  <c:v>47.0</c:v>
                </c:pt>
                <c:pt idx="48">
                  <c:v>48.0</c:v>
                </c:pt>
                <c:pt idx="49">
                  <c:v>49.0</c:v>
                </c:pt>
                <c:pt idx="50">
                  <c:v>50.0</c:v>
                </c:pt>
                <c:pt idx="51">
                  <c:v>51.0</c:v>
                </c:pt>
                <c:pt idx="52">
                  <c:v>52.0</c:v>
                </c:pt>
                <c:pt idx="53">
                  <c:v>53.0</c:v>
                </c:pt>
                <c:pt idx="54">
                  <c:v>54.0</c:v>
                </c:pt>
                <c:pt idx="55">
                  <c:v>55.0</c:v>
                </c:pt>
                <c:pt idx="56">
                  <c:v>56.0</c:v>
                </c:pt>
                <c:pt idx="57">
                  <c:v>57.0</c:v>
                </c:pt>
                <c:pt idx="58">
                  <c:v>58.0</c:v>
                </c:pt>
                <c:pt idx="59">
                  <c:v>59.0</c:v>
                </c:pt>
              </c:numCache>
            </c:numRef>
          </c:xVal>
          <c:yVal>
            <c:numRef>
              <c:f>Sheet1!$B$2:$B$61</c:f>
              <c:numCache>
                <c:formatCode>General</c:formatCode>
                <c:ptCount val="60"/>
                <c:pt idx="0">
                  <c:v>7.97</c:v>
                </c:pt>
                <c:pt idx="1">
                  <c:v>9.23</c:v>
                </c:pt>
                <c:pt idx="2">
                  <c:v>9.83</c:v>
                </c:pt>
                <c:pt idx="3">
                  <c:v>9.17</c:v>
                </c:pt>
                <c:pt idx="4">
                  <c:v>8.16</c:v>
                </c:pt>
                <c:pt idx="5">
                  <c:v>9.08</c:v>
                </c:pt>
                <c:pt idx="6">
                  <c:v>9.58</c:v>
                </c:pt>
                <c:pt idx="7">
                  <c:v>10.16</c:v>
                </c:pt>
                <c:pt idx="8">
                  <c:v>9.09</c:v>
                </c:pt>
                <c:pt idx="9">
                  <c:v>9.48</c:v>
                </c:pt>
                <c:pt idx="10">
                  <c:v>8.82</c:v>
                </c:pt>
                <c:pt idx="11">
                  <c:v>9.41</c:v>
                </c:pt>
                <c:pt idx="12">
                  <c:v>9.34</c:v>
                </c:pt>
                <c:pt idx="13">
                  <c:v>9.38</c:v>
                </c:pt>
                <c:pt idx="14">
                  <c:v>12.01</c:v>
                </c:pt>
                <c:pt idx="15">
                  <c:v>11.23</c:v>
                </c:pt>
                <c:pt idx="16">
                  <c:v>12.38</c:v>
                </c:pt>
                <c:pt idx="17">
                  <c:v>10.4</c:v>
                </c:pt>
                <c:pt idx="18">
                  <c:v>11.29</c:v>
                </c:pt>
                <c:pt idx="19">
                  <c:v>11.69</c:v>
                </c:pt>
                <c:pt idx="20">
                  <c:v>11.69</c:v>
                </c:pt>
                <c:pt idx="21">
                  <c:v>11.96</c:v>
                </c:pt>
                <c:pt idx="22">
                  <c:v>11.37</c:v>
                </c:pt>
                <c:pt idx="23">
                  <c:v>14.09</c:v>
                </c:pt>
                <c:pt idx="24">
                  <c:v>12.81</c:v>
                </c:pt>
                <c:pt idx="25">
                  <c:v>14.02</c:v>
                </c:pt>
                <c:pt idx="26">
                  <c:v>12.98</c:v>
                </c:pt>
                <c:pt idx="27">
                  <c:v>12.11</c:v>
                </c:pt>
                <c:pt idx="28">
                  <c:v>12.5</c:v>
                </c:pt>
                <c:pt idx="29">
                  <c:v>14.23</c:v>
                </c:pt>
                <c:pt idx="30">
                  <c:v>13.8</c:v>
                </c:pt>
                <c:pt idx="31">
                  <c:v>14.34</c:v>
                </c:pt>
                <c:pt idx="32">
                  <c:v>14.4</c:v>
                </c:pt>
                <c:pt idx="33">
                  <c:v>14.94</c:v>
                </c:pt>
                <c:pt idx="34">
                  <c:v>14.48</c:v>
                </c:pt>
                <c:pt idx="35">
                  <c:v>15.92</c:v>
                </c:pt>
                <c:pt idx="36">
                  <c:v>16.45</c:v>
                </c:pt>
                <c:pt idx="37">
                  <c:v>15.29</c:v>
                </c:pt>
                <c:pt idx="38">
                  <c:v>14.27</c:v>
                </c:pt>
                <c:pt idx="39">
                  <c:v>16.41</c:v>
                </c:pt>
                <c:pt idx="40">
                  <c:v>15.33</c:v>
                </c:pt>
                <c:pt idx="41">
                  <c:v>15.25</c:v>
                </c:pt>
                <c:pt idx="42">
                  <c:v>16.43</c:v>
                </c:pt>
                <c:pt idx="43">
                  <c:v>14.89</c:v>
                </c:pt>
                <c:pt idx="44">
                  <c:v>16.3</c:v>
                </c:pt>
                <c:pt idx="45">
                  <c:v>17.46</c:v>
                </c:pt>
                <c:pt idx="46">
                  <c:v>16.74</c:v>
                </c:pt>
                <c:pt idx="47">
                  <c:v>17.71</c:v>
                </c:pt>
                <c:pt idx="48">
                  <c:v>17.14</c:v>
                </c:pt>
                <c:pt idx="49">
                  <c:v>18.12</c:v>
                </c:pt>
                <c:pt idx="50">
                  <c:v>18.42</c:v>
                </c:pt>
                <c:pt idx="51">
                  <c:v>16.17</c:v>
                </c:pt>
                <c:pt idx="52">
                  <c:v>17.87</c:v>
                </c:pt>
                <c:pt idx="53">
                  <c:v>16.57</c:v>
                </c:pt>
                <c:pt idx="54">
                  <c:v>16.74</c:v>
                </c:pt>
                <c:pt idx="55">
                  <c:v>16.9</c:v>
                </c:pt>
                <c:pt idx="56">
                  <c:v>19.08</c:v>
                </c:pt>
                <c:pt idx="57">
                  <c:v>18.05</c:v>
                </c:pt>
                <c:pt idx="58">
                  <c:v>19.31</c:v>
                </c:pt>
                <c:pt idx="59">
                  <c:v>18.83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Day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Temperature (°C)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9144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2026-10-26T00:00:00Z</dcterms:created>
  <dcterms:modified xsi:type="dcterms:W3CDTF">2026-10-26T00:00:00Z</dcterms:modified>
  <cp:category/>
</cp:coreProperties>
</file>