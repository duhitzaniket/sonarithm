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Weekly price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cat>
            <c:strRef>
              <c:f>Sheet1!$A$2:$A$21</c:f>
              <c:strCache>
                <c:ptCount val="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52.56</c:v>
                </c:pt>
                <c:pt idx="1">
                  <c:v>52.54</c:v>
                </c:pt>
                <c:pt idx="2">
                  <c:v>53.51</c:v>
                </c:pt>
                <c:pt idx="3">
                  <c:v>56.46</c:v>
                </c:pt>
                <c:pt idx="4">
                  <c:v>57.46</c:v>
                </c:pt>
                <c:pt idx="5">
                  <c:v>58.82</c:v>
                </c:pt>
                <c:pt idx="6">
                  <c:v>58.35</c:v>
                </c:pt>
                <c:pt idx="7">
                  <c:v>60.09</c:v>
                </c:pt>
                <c:pt idx="8">
                  <c:v>61.14</c:v>
                </c:pt>
                <c:pt idx="9">
                  <c:v>64.2</c:v>
                </c:pt>
                <c:pt idx="10">
                  <c:v>63.22</c:v>
                </c:pt>
                <c:pt idx="11">
                  <c:v>62.31</c:v>
                </c:pt>
                <c:pt idx="12">
                  <c:v>62.57</c:v>
                </c:pt>
                <c:pt idx="13">
                  <c:v>62.99</c:v>
                </c:pt>
                <c:pt idx="14">
                  <c:v>61.65</c:v>
                </c:pt>
                <c:pt idx="15">
                  <c:v>61.34</c:v>
                </c:pt>
                <c:pt idx="16">
                  <c:v>61.57</c:v>
                </c:pt>
                <c:pt idx="17">
                  <c:v>61.43</c:v>
                </c:pt>
                <c:pt idx="18">
                  <c:v>60.92</c:v>
                </c:pt>
                <c:pt idx="19">
                  <c:v>60.12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Price ($)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